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56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31"/>
    <p:restoredTop sz="94726"/>
  </p:normalViewPr>
  <p:slideViewPr>
    <p:cSldViewPr snapToGrid="0">
      <p:cViewPr varScale="1">
        <p:scale>
          <a:sx n="124" d="100"/>
          <a:sy n="124" d="100"/>
        </p:scale>
        <p:origin x="20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2E59E-2C13-20AD-41BD-656A1FEDD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91A5C-ADF5-43D1-7ADA-85D3B05B7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A8D90-69DA-B6C9-84B9-BEDEC6DF9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86-6B74-6349-BE53-F5BA7B8ADE1D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DBE17-0DA4-96E5-119D-71D7AEDEE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8C157-CBC1-5367-8B61-D86A15425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31F4-8D8F-344B-9BA0-B144D42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11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358ED-585D-AAF9-A6BE-2000C76E8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AE687-03EB-D2DD-FC1B-958AEE1EB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76EAA-B591-AC8C-139E-08CF12533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86-6B74-6349-BE53-F5BA7B8ADE1D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BE88D-A519-C99E-E685-92E86D840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E75F9-3477-34FC-FD5B-1B60EFAFB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31F4-8D8F-344B-9BA0-B144D42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294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8926B-8399-C55B-19D1-E47562BBF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70DF6-F22D-B8EE-198C-157479526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608D7-BFAB-5C1D-0856-35C5E81AF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86-6B74-6349-BE53-F5BA7B8ADE1D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08300-7723-22C2-937F-A15920855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2F1E6-3CEC-F3FB-63EE-EBBB40109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31F4-8D8F-344B-9BA0-B144D42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73FA1-9032-22CD-2FFF-3656A5157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15E75-7968-EDC3-D32D-C016C4567C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61C8F9-071F-07C3-121F-60DECB92B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F69C0-66B9-F319-AE9A-A3DB8E26F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86-6B74-6349-BE53-F5BA7B8ADE1D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2821E-E2E5-783C-5B32-59EFE29EB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4DCA5-F9E6-36FE-9EA0-3EB34C42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31F4-8D8F-344B-9BA0-B144D42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703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4A039-8AC8-1256-27A7-573ABEDAF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66721-5E4D-3BAD-5888-34F1D8B72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F359AD-ADD3-74A9-EEE9-3BAC4812F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070D08-40B2-DE27-FE74-937787ED5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5354AA-C94E-95BF-2255-1EEFAAD6D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B3DF1F-50A3-0FA3-3002-BBB7D9223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86-6B74-6349-BE53-F5BA7B8ADE1D}" type="datetimeFigureOut">
              <a:rPr lang="en-US" smtClean="0"/>
              <a:t>7/11/26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BA9618-CA99-C48D-B181-50038E2D7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2ECE57-2044-8E72-13A1-DAA7BA1F0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31F4-8D8F-344B-9BA0-B144D42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536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B3F9B-5338-0358-3C81-374EFFE4C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BC189C-A003-4C98-6347-172BF967F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86-6B74-6349-BE53-F5BA7B8ADE1D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AC5DE-AAC5-9CD9-5DF7-774551B02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1F4F0-986F-519B-CB93-FEF91FD2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31F4-8D8F-344B-9BA0-B144D42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59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F1F2E-5CA1-7508-0C29-3FBC01036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86-6B74-6349-BE53-F5BA7B8ADE1D}" type="datetimeFigureOut">
              <a:rPr lang="en-US" smtClean="0"/>
              <a:t>7/11/26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03882C-8CC7-9CFF-5912-273C92DC3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8947C-A3EB-25D8-3A30-345D7F222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31F4-8D8F-344B-9BA0-B144D42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646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F2FD3-C9BD-D70F-FA8E-4A63CCFC2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96A60-94ED-D7BB-B1C0-2ECA3BE31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B7609F-401D-DC05-CD4C-28491C78B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2CA9A-AE22-CD3C-2A10-D0B575FF6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86-6B74-6349-BE53-F5BA7B8ADE1D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F873A8-20FA-9205-799A-9E6D1CE2C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1589BE-1E5A-E2FB-C2C6-9FE9757BE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31F4-8D8F-344B-9BA0-B144D42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488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9C0F2-E56E-0846-B7D1-42D59B11A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B8CF0B-2EDE-0918-F65A-CA197A2C09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C8729B-5194-992E-532F-3AE67FBEA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30C09-D01D-FDA7-0B31-EE29EE605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86-6B74-6349-BE53-F5BA7B8ADE1D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E92E6-5619-57EB-D438-66FB89280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ACA531-98EB-1387-F078-974DBDAC4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31F4-8D8F-344B-9BA0-B144D42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6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C0ECC-0848-436F-FBA9-A11B4DD37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9F3400-4B92-E8C9-53F5-304386E77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F4B7-3FC0-B8FF-D100-FFC77C032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86-6B74-6349-BE53-F5BA7B8ADE1D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4DB30-23F4-7DDE-0D89-477FD8A39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F20F8-B8C8-1F48-0D38-C534F48BA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31F4-8D8F-344B-9BA0-B144D42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26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235CA9-3680-C6BE-B180-4FBAB22DE3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D0ECEE-4425-E90F-D51C-F4D8CCABF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21213-C65C-A150-ADB7-96F648D96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86-6B74-6349-BE53-F5BA7B8ADE1D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77F75-D059-6B62-0AA3-3E6A5E776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4B7E5-51BC-FAFA-6AAD-D90D6A1F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31F4-8D8F-344B-9BA0-B144D42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407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BF3B-A26B-1F9F-6419-B2C8E40CE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2078D5-01BE-B0BA-BFD5-CDAB967AF8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ADF47-2BD1-8913-5683-1B2D4CDE9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563D-4F5F-0548-A50D-971717DDA77D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074EF-4D8A-875A-0464-2FC37DBE7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E11C3-5505-A01A-444F-CA74E1C80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9865-8A1B-3947-85F2-6D3624F4E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5413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393BB-C2C0-0DD6-0375-C2935B8FA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1C252-BAED-AAD3-267B-AFBE4062B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8617C-C449-ECD9-B950-EEEF4504B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563D-4F5F-0548-A50D-971717DDA77D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8ADBF-CA3E-3A02-AD60-E69B3B21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1C0DD-E18D-35AD-E6C9-41CC5A0D8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9865-8A1B-3947-85F2-6D3624F4E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664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1BBF-5750-AB25-9325-BDC5ABCD7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559BC-D31A-1E12-966B-2F77F7CB6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0DD1B-7313-D52D-8593-A010246F2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563D-4F5F-0548-A50D-971717DDA77D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58C87-3988-5EF1-6F32-3322A8FCD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4EA64-26AE-B7BB-D55A-4BD40A6AF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9865-8A1B-3947-85F2-6D3624F4E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6598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83E2-30F5-2A46-93F0-1852D95CF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CCEE6-CB45-6796-F4DF-D37A66D197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60BF8-0BD6-FF49-B1CD-8B4406461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FE730-E8D7-A258-F55B-5E4C962FC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563D-4F5F-0548-A50D-971717DDA77D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D37D5-3D2C-C89D-3F86-9F3BC596F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E768E-682E-DED8-69B2-3B9D71C8A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9865-8A1B-3947-85F2-6D3624F4E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353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83407-9CF9-258C-0C68-EB35A2FD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AB7D2-518D-47A5-4EE3-05743E414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60F8E-5DE5-0D88-9091-845C23E09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AFAA8F-A4B7-6F63-911C-BC8550ADB1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C120E8-8300-C016-39A5-F899EF878F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59E4A1-45AF-31AF-0A79-0F97E679D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563D-4F5F-0548-A50D-971717DDA77D}" type="datetimeFigureOut">
              <a:rPr lang="en-US" smtClean="0"/>
              <a:t>7/11/26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61CB01-D9F5-8238-ECBC-61B72173A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B9021E-DFF5-FA79-A6B6-DBB684E6F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9865-8A1B-3947-85F2-6D3624F4E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9542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20BDA-0954-DDEA-3E4A-8E37272D0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8DB03A-B36B-2063-3AB3-E91E47B9B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563D-4F5F-0548-A50D-971717DDA77D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FFD66-C6E2-AB7A-A2F4-8C74E98F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A95D48-2219-E556-43E8-3B63255FA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9865-8A1B-3947-85F2-6D3624F4E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10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0C496D-88D1-6240-C6C7-D49DE0065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563D-4F5F-0548-A50D-971717DDA77D}" type="datetimeFigureOut">
              <a:rPr lang="en-US" smtClean="0"/>
              <a:t>7/11/26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A0ECCF-70ED-8CD2-A720-2E2B0DD7A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3A66A-BB93-F33A-BACF-B9B82C9BF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9865-8A1B-3947-85F2-6D3624F4E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6034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285B0-4D6F-D7FA-A69F-C2F28D8DC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AD8AC-AC51-16C7-8DA7-761A1EED0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104E46-CBF5-184D-4B2B-293DA84D9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91A27-4558-806C-16BB-83A2F10C2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563D-4F5F-0548-A50D-971717DDA77D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1B480-98DC-9271-E25A-37FDC1D40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22484-566F-CBF5-89EE-A95A34E3C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9865-8A1B-3947-85F2-6D3624F4E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4920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25F4F-D56A-8B33-F291-46F6B87D0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00FA7B-2892-8DD7-67F8-DCF0510292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3819C6-D937-657D-FA5E-F36FD68D0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F2EA3-D8D9-415B-4D07-8CF4EF03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563D-4F5F-0548-A50D-971717DDA77D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3844F-568B-B436-3809-45C767188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CA4E4-D459-EAF4-11CA-CD815BFD7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9865-8A1B-3947-85F2-6D3624F4E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5307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CF531-915E-E5D2-F356-A4ACB964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3E3D1B-6C20-1626-8B8D-1E4406728C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62503-74F8-910A-F342-924B39C3B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563D-4F5F-0548-A50D-971717DDA77D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E0E70-C973-5DB2-CEA5-AA4523B84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F3B31-5BDA-CAC0-E5D1-EFD39E37C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9865-8A1B-3947-85F2-6D3624F4E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187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AE3162-212A-8D1C-5F54-53CB9DDB08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9E9040-E4A2-FFDA-8F9B-8C007E20E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8B6CA-D3A3-81E2-CDEB-6338B0A6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563D-4F5F-0548-A50D-971717DDA77D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C0B42-B3B3-55E6-2B48-66DA29CE9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6661F-CCE5-9C33-287B-FBFD8E334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9865-8A1B-3947-85F2-6D3624F4E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121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A56EF9-E720-1ABF-996E-29C193AC1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9479A-885A-D9AA-17F1-A8A711D72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00806-EEA7-7A94-F359-704FDF02B4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5F7886-6B74-6349-BE53-F5BA7B8ADE1D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7BB84-3D03-FDCB-1167-9B9F27DDF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EBC24-38E6-D700-C976-72C100E74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6C31F4-8D8F-344B-9BA0-B144D42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94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7F197F-013A-DD50-08BF-D4CC0A4BF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7F81B-DD60-978B-48FB-B1D4D4F9F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13192-B64F-8BB5-F451-CAE52A2219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7A563D-4F5F-0548-A50D-971717DDA77D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FA2C7-1AE0-BA30-648A-30CBBFFA01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E3EB7-5294-C6FF-3854-2EE3E936AF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4A9865-8A1B-3947-85F2-6D3624F4E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33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DF3D5-C64C-8BEA-D537-CA04EC8090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File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45F3E2-7E4A-23CE-9AE2-B174B0C6E1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File for testing</a:t>
            </a:r>
          </a:p>
        </p:txBody>
      </p:sp>
    </p:spTree>
    <p:extLst>
      <p:ext uri="{BB962C8B-B14F-4D97-AF65-F5344CB8AC3E}">
        <p14:creationId xmlns:p14="http://schemas.microsoft.com/office/powerpoint/2010/main" val="401591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BEFA7-0065-2E9A-8A1A-8ACEF2D0C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slide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8C4F73-F559-BE47-3EA0-DCAC47ACF9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589705"/>
              </p:ext>
            </p:extLst>
          </p:nvPr>
        </p:nvGraphicFramePr>
        <p:xfrm>
          <a:off x="838199" y="1690688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94868654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1233312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114526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47723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Start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306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Miller, Barney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123456789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585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Potter, Sherman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987654321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562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6053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ABFBC6-22FB-E9F2-74D1-FB890BBA5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288211"/>
              </p:ext>
            </p:extLst>
          </p:nvPr>
        </p:nvGraphicFramePr>
        <p:xfrm>
          <a:off x="838199" y="943928"/>
          <a:ext cx="26289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9486865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Company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306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585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Pebble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562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Fitbit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175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Atari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02724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3C61B2B-42DD-0D55-09FB-88653989D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131267"/>
              </p:ext>
            </p:extLst>
          </p:nvPr>
        </p:nvGraphicFramePr>
        <p:xfrm>
          <a:off x="5335771" y="1023199"/>
          <a:ext cx="26289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9486865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306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David Bowman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585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Frank Poole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562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Victor Kaminsky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4091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Jack Kimball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139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Charles Hunter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031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517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5388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41</Words>
  <Application>Microsoft Macintosh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Custom Design</vt:lpstr>
      <vt:lpstr>Basic File</vt:lpstr>
      <vt:lpstr>Table slide</vt:lpstr>
      <vt:lpstr>PowerPoint Presentation</vt:lpstr>
    </vt:vector>
  </TitlesOfParts>
  <Manager/>
  <Company>n/a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File D</dc:title>
  <dc:subject>Test file</dc:subject>
  <dc:creator>JHORVATH</dc:creator>
  <cp:keywords/>
  <dc:description>Same as Basic File C, except with different metadata. </dc:description>
  <cp:lastModifiedBy>Josh Horvath</cp:lastModifiedBy>
  <cp:revision>5</cp:revision>
  <dcterms:created xsi:type="dcterms:W3CDTF">2024-09-16T19:06:14Z</dcterms:created>
  <dcterms:modified xsi:type="dcterms:W3CDTF">2026-07-11T20:54:10Z</dcterms:modified>
  <cp:category/>
</cp:coreProperties>
</file>