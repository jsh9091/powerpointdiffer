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/>
    <p:restoredTop sz="94726"/>
  </p:normalViewPr>
  <p:slideViewPr>
    <p:cSldViewPr snapToGrid="0">
      <p:cViewPr varScale="1">
        <p:scale>
          <a:sx n="120" d="100"/>
          <a:sy n="120" d="100"/>
        </p:scale>
        <p:origin x="2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2E59E-2C13-20AD-41BD-656A1FEDD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91A5C-ADF5-43D1-7ADA-85D3B05B72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A8D90-69DA-B6C9-84B9-BEDEC6DF9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F7886-6B74-6349-BE53-F5BA7B8ADE1D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BDBE17-0DA4-96E5-119D-71D7AEDEE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8C157-CBC1-5367-8B61-D86A15425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C31F4-8D8F-344B-9BA0-B144D4232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311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358ED-585D-AAF9-A6BE-2000C76E8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AE687-03EB-D2DD-FC1B-958AEE1EB6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76EAA-B591-AC8C-139E-08CF12533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F7886-6B74-6349-BE53-F5BA7B8ADE1D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BE88D-A519-C99E-E685-92E86D840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9E75F9-3477-34FC-FD5B-1B60EFAF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C31F4-8D8F-344B-9BA0-B144D4232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294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8926B-8399-C55B-19D1-E47562BBF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C70DF6-F22D-B8EE-198C-1574795267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608D7-BFAB-5C1D-0856-35C5E81AF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F7886-6B74-6349-BE53-F5BA7B8ADE1D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C08300-7723-22C2-937F-A15920855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62F1E6-3CEC-F3FB-63EE-EBBB40109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C31F4-8D8F-344B-9BA0-B144D4232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73FA1-9032-22CD-2FFF-3656A5157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15E75-7968-EDC3-D32D-C016C4567C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1C8F9-071F-07C3-121F-60DECB92B1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F69C0-66B9-F319-AE9A-A3DB8E26F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F7886-6B74-6349-BE53-F5BA7B8ADE1D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2821E-E2E5-783C-5B32-59EFE29EB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64DCA5-F9E6-36FE-9EA0-3EB34C422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C31F4-8D8F-344B-9BA0-B144D4232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703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4A039-8AC8-1256-27A7-573ABEDAF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366721-5E4D-3BAD-5888-34F1D8B723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F359AD-ADD3-74A9-EEE9-3BAC4812FD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070D08-40B2-DE27-FE74-937787ED5C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5354AA-C94E-95BF-2255-1EEFAAD6D0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B3DF1F-50A3-0FA3-3002-BBB7D9223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F7886-6B74-6349-BE53-F5BA7B8ADE1D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BA9618-CA99-C48D-B181-50038E2D7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2ECE57-2044-8E72-13A1-DAA7BA1F0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C31F4-8D8F-344B-9BA0-B144D4232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536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B3F9B-5338-0358-3C81-374EFFE4C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BC189C-A003-4C98-6347-172BF967F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F7886-6B74-6349-BE53-F5BA7B8ADE1D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BAC5DE-AAC5-9CD9-5DF7-774551B02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B1F4F0-986F-519B-CB93-FEF91FD2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C31F4-8D8F-344B-9BA0-B144D4232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05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5F1F2E-5CA1-7508-0C29-3FBC01036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F7886-6B74-6349-BE53-F5BA7B8ADE1D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03882C-8CC7-9CFF-5912-273C92DC3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8947C-A3EB-25D8-3A30-345D7F222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C31F4-8D8F-344B-9BA0-B144D4232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646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F2FD3-C9BD-D70F-FA8E-4A63CCFC2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96A60-94ED-D7BB-B1C0-2ECA3BE31E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B7609F-401D-DC05-CD4C-28491C78B0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B2CA9A-AE22-CD3C-2A10-D0B575FF6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F7886-6B74-6349-BE53-F5BA7B8ADE1D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F873A8-20FA-9205-799A-9E6D1CE2C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1589BE-1E5A-E2FB-C2C6-9FE9757BE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C31F4-8D8F-344B-9BA0-B144D4232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4886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9C0F2-E56E-0846-B7D1-42D59B11A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B8CF0B-2EDE-0918-F65A-CA197A2C09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C8729B-5194-992E-532F-3AE67FBEA5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30C09-D01D-FDA7-0B31-EE29EE605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F7886-6B74-6349-BE53-F5BA7B8ADE1D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E92E6-5619-57EB-D438-66FB89280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ACA531-98EB-1387-F078-974DBDAC4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C31F4-8D8F-344B-9BA0-B144D4232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681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C0ECC-0848-436F-FBA9-A11B4DD37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9F3400-4B92-E8C9-53F5-304386E773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F4B7-3FC0-B8FF-D100-FFC77C032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F7886-6B74-6349-BE53-F5BA7B8ADE1D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4DB30-23F4-7DDE-0D89-477FD8A39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F20F8-B8C8-1F48-0D38-C534F48BA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C31F4-8D8F-344B-9BA0-B144D4232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268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235CA9-3680-C6BE-B180-4FBAB22DE3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D0ECEE-4425-E90F-D51C-F4D8CCABFB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21213-C65C-A150-ADB7-96F648D96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F7886-6B74-6349-BE53-F5BA7B8ADE1D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77F75-D059-6B62-0AA3-3E6A5E776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4B7E5-51BC-FAFA-6AAD-D90D6A1FF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C31F4-8D8F-344B-9BA0-B144D4232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407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A56EF9-E720-1ABF-996E-29C193AC1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59479A-885A-D9AA-17F1-A8A711D72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000806-EEA7-7A94-F359-704FDF02B4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5F7886-6B74-6349-BE53-F5BA7B8ADE1D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7BB84-3D03-FDCB-1167-9B9F27DDF4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6EBC24-38E6-D700-C976-72C100E749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6C31F4-8D8F-344B-9BA0-B144D4232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094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DF3D5-C64C-8BEA-D537-CA04EC8090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File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45F3E2-7E4A-23CE-9AE2-B174B0C6E1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File for testing</a:t>
            </a:r>
          </a:p>
        </p:txBody>
      </p:sp>
    </p:spTree>
    <p:extLst>
      <p:ext uri="{BB962C8B-B14F-4D97-AF65-F5344CB8AC3E}">
        <p14:creationId xmlns:p14="http://schemas.microsoft.com/office/powerpoint/2010/main" val="401591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BEFA7-0065-2E9A-8A1A-8ACEF2D0C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slide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8C4F73-F559-BE47-3EA0-DCAC47ACF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8589705"/>
              </p:ext>
            </p:extLst>
          </p:nvPr>
        </p:nvGraphicFramePr>
        <p:xfrm>
          <a:off x="838199" y="1690688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9486865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1233312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114526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047723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Start Date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1306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Miller, Barney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123456789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6585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Potter, Sherman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987654321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25622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6053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CABFBC6-22FB-E9F2-74D1-FB890BBA58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288211"/>
              </p:ext>
            </p:extLst>
          </p:nvPr>
        </p:nvGraphicFramePr>
        <p:xfrm>
          <a:off x="838199" y="943928"/>
          <a:ext cx="26289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9486865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Company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1306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6585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Pebble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25622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Fitbit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0175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Atari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027241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3C61B2B-42DD-0D55-09FB-88653989D6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7131267"/>
              </p:ext>
            </p:extLst>
          </p:nvPr>
        </p:nvGraphicFramePr>
        <p:xfrm>
          <a:off x="5335771" y="1023199"/>
          <a:ext cx="26289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9486865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1306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David Bowman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6585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Frank Poole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25622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Victor Kaminsky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40919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Jack Kimball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1393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Charles Hunter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3031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2517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388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41</Words>
  <Application>Microsoft Macintosh PowerPoint</Application>
  <PresentationFormat>Widescreen</PresentationFormat>
  <Paragraphs>27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Basic File</vt:lpstr>
      <vt:lpstr>Table slide</vt:lpstr>
      <vt:lpstr>PowerPoint Presentation</vt:lpstr>
    </vt:vector>
  </TitlesOfParts>
  <Manager/>
  <Company>n/a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File D</dc:title>
  <dc:subject>Test file</dc:subject>
  <dc:creator>JHORVATH</dc:creator>
  <cp:keywords/>
  <dc:description>Same as Basic File C, except with different metadata. </dc:description>
  <cp:lastModifiedBy>Josh Horvath</cp:lastModifiedBy>
  <cp:revision>4</cp:revision>
  <dcterms:created xsi:type="dcterms:W3CDTF">2024-09-16T19:06:14Z</dcterms:created>
  <dcterms:modified xsi:type="dcterms:W3CDTF">2026-07-03T01:36:20Z</dcterms:modified>
  <cp:category/>
</cp:coreProperties>
</file>