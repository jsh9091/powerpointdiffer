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726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4F-304E-8A9A-C874FE7278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4F-304E-8A9A-C874FE7278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4F-304E-8A9A-C874FE7278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87112224"/>
        <c:axId val="2138445776"/>
      </c:barChart>
      <c:catAx>
        <c:axId val="587112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8445776"/>
        <c:crosses val="autoZero"/>
        <c:auto val="1"/>
        <c:lblAlgn val="ctr"/>
        <c:lblOffset val="100"/>
        <c:noMultiLvlLbl val="0"/>
      </c:catAx>
      <c:valAx>
        <c:axId val="2138445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71122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1DA9AA-EE1B-974B-8332-B78B3EA2741C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3BD433-5C82-5944-B63F-2EE0B07FB24C}">
      <dgm:prSet phldrT="[Text]"/>
      <dgm:spPr/>
      <dgm:t>
        <a:bodyPr/>
        <a:lstStyle/>
        <a:p>
          <a:r>
            <a:rPr lang="en-US" dirty="0"/>
            <a:t>one</a:t>
          </a:r>
        </a:p>
      </dgm:t>
    </dgm:pt>
    <dgm:pt modelId="{0EF1960B-C879-2542-99FE-8BB8B6FBE435}" type="parTrans" cxnId="{4D447205-8BEC-D14B-94E4-4649A73DE191}">
      <dgm:prSet/>
      <dgm:spPr/>
      <dgm:t>
        <a:bodyPr/>
        <a:lstStyle/>
        <a:p>
          <a:endParaRPr lang="en-US"/>
        </a:p>
      </dgm:t>
    </dgm:pt>
    <dgm:pt modelId="{0E820746-8E84-AB44-9105-04C3A4F2DE1B}" type="sibTrans" cxnId="{4D447205-8BEC-D14B-94E4-4649A73DE191}">
      <dgm:prSet/>
      <dgm:spPr/>
      <dgm:t>
        <a:bodyPr/>
        <a:lstStyle/>
        <a:p>
          <a:endParaRPr lang="en-US"/>
        </a:p>
      </dgm:t>
    </dgm:pt>
    <dgm:pt modelId="{07D55347-F77D-7E47-8BD6-E50DE77D98CC}" type="asst">
      <dgm:prSet phldrT="[Text]"/>
      <dgm:spPr/>
      <dgm:t>
        <a:bodyPr/>
        <a:lstStyle/>
        <a:p>
          <a:r>
            <a:rPr lang="en-US" dirty="0"/>
            <a:t>two</a:t>
          </a:r>
        </a:p>
      </dgm:t>
    </dgm:pt>
    <dgm:pt modelId="{52EE5300-3A76-7448-B08B-0915B5ABD346}" type="parTrans" cxnId="{F3D5EBA9-244F-DD40-A171-972D46CF4C88}">
      <dgm:prSet/>
      <dgm:spPr/>
      <dgm:t>
        <a:bodyPr/>
        <a:lstStyle/>
        <a:p>
          <a:endParaRPr lang="en-US"/>
        </a:p>
      </dgm:t>
    </dgm:pt>
    <dgm:pt modelId="{C0F7D7E0-DA1C-1A45-B1E8-9169A4B51948}" type="sibTrans" cxnId="{F3D5EBA9-244F-DD40-A171-972D46CF4C88}">
      <dgm:prSet/>
      <dgm:spPr/>
      <dgm:t>
        <a:bodyPr/>
        <a:lstStyle/>
        <a:p>
          <a:endParaRPr lang="en-US"/>
        </a:p>
      </dgm:t>
    </dgm:pt>
    <dgm:pt modelId="{AA0DF020-5A7E-914B-89C7-1861688C04FA}">
      <dgm:prSet phldrT="[Text]"/>
      <dgm:spPr/>
      <dgm:t>
        <a:bodyPr/>
        <a:lstStyle/>
        <a:p>
          <a:r>
            <a:rPr lang="en-US" dirty="0"/>
            <a:t>three</a:t>
          </a:r>
        </a:p>
      </dgm:t>
    </dgm:pt>
    <dgm:pt modelId="{CB0CFB82-9853-6B41-A294-D3DA9EB06843}" type="parTrans" cxnId="{0B2E0A35-C53F-8C4F-AFB0-B9CD659DC313}">
      <dgm:prSet/>
      <dgm:spPr/>
      <dgm:t>
        <a:bodyPr/>
        <a:lstStyle/>
        <a:p>
          <a:endParaRPr lang="en-US"/>
        </a:p>
      </dgm:t>
    </dgm:pt>
    <dgm:pt modelId="{B65643BF-6344-B942-8FAB-4C225A849459}" type="sibTrans" cxnId="{0B2E0A35-C53F-8C4F-AFB0-B9CD659DC313}">
      <dgm:prSet/>
      <dgm:spPr/>
      <dgm:t>
        <a:bodyPr/>
        <a:lstStyle/>
        <a:p>
          <a:endParaRPr lang="en-US"/>
        </a:p>
      </dgm:t>
    </dgm:pt>
    <dgm:pt modelId="{1BB61F4B-1DF3-8542-B503-47CE036B3299}">
      <dgm:prSet phldrT="[Text]"/>
      <dgm:spPr/>
      <dgm:t>
        <a:bodyPr/>
        <a:lstStyle/>
        <a:p>
          <a:r>
            <a:rPr lang="en-US" dirty="0"/>
            <a:t>four</a:t>
          </a:r>
        </a:p>
      </dgm:t>
    </dgm:pt>
    <dgm:pt modelId="{F3996B7B-477C-4644-8F64-8A96CC996479}" type="parTrans" cxnId="{1D473DDD-E448-D841-9F97-B0337D51F9D8}">
      <dgm:prSet/>
      <dgm:spPr/>
      <dgm:t>
        <a:bodyPr/>
        <a:lstStyle/>
        <a:p>
          <a:endParaRPr lang="en-US"/>
        </a:p>
      </dgm:t>
    </dgm:pt>
    <dgm:pt modelId="{560280FD-1589-8747-8301-227B66625144}" type="sibTrans" cxnId="{1D473DDD-E448-D841-9F97-B0337D51F9D8}">
      <dgm:prSet/>
      <dgm:spPr/>
      <dgm:t>
        <a:bodyPr/>
        <a:lstStyle/>
        <a:p>
          <a:endParaRPr lang="en-US"/>
        </a:p>
      </dgm:t>
    </dgm:pt>
    <dgm:pt modelId="{0A531D77-B03B-4C42-A886-6312D03B3607}">
      <dgm:prSet phldrT="[Text]"/>
      <dgm:spPr/>
      <dgm:t>
        <a:bodyPr/>
        <a:lstStyle/>
        <a:p>
          <a:r>
            <a:rPr lang="en-US" dirty="0"/>
            <a:t>five</a:t>
          </a:r>
        </a:p>
      </dgm:t>
    </dgm:pt>
    <dgm:pt modelId="{61FFF1D6-53EF-B04D-AB4D-E02267CE1B88}" type="parTrans" cxnId="{CB6F6545-E079-BA44-87E2-C06AECF7C751}">
      <dgm:prSet/>
      <dgm:spPr/>
      <dgm:t>
        <a:bodyPr/>
        <a:lstStyle/>
        <a:p>
          <a:endParaRPr lang="en-US"/>
        </a:p>
      </dgm:t>
    </dgm:pt>
    <dgm:pt modelId="{3EF1E5C2-2A26-084E-9AC4-6CD847DC2605}" type="sibTrans" cxnId="{CB6F6545-E079-BA44-87E2-C06AECF7C751}">
      <dgm:prSet/>
      <dgm:spPr/>
      <dgm:t>
        <a:bodyPr/>
        <a:lstStyle/>
        <a:p>
          <a:endParaRPr lang="en-US"/>
        </a:p>
      </dgm:t>
    </dgm:pt>
    <dgm:pt modelId="{C394002D-0186-5848-AB2B-1A2494E17AB6}" type="pres">
      <dgm:prSet presAssocID="{451DA9AA-EE1B-974B-8332-B78B3EA2741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0EE7A9-9470-1841-B7F2-6CCC8D399F64}" type="pres">
      <dgm:prSet presAssocID="{9D3BD433-5C82-5944-B63F-2EE0B07FB24C}" presName="hierRoot1" presStyleCnt="0">
        <dgm:presLayoutVars>
          <dgm:hierBranch val="init"/>
        </dgm:presLayoutVars>
      </dgm:prSet>
      <dgm:spPr/>
    </dgm:pt>
    <dgm:pt modelId="{647C89D0-6818-644D-A4D0-B57236F95E01}" type="pres">
      <dgm:prSet presAssocID="{9D3BD433-5C82-5944-B63F-2EE0B07FB24C}" presName="rootComposite1" presStyleCnt="0"/>
      <dgm:spPr/>
    </dgm:pt>
    <dgm:pt modelId="{85E33F6F-D87A-5F4C-A035-BCAED1C3269D}" type="pres">
      <dgm:prSet presAssocID="{9D3BD433-5C82-5944-B63F-2EE0B07FB24C}" presName="rootText1" presStyleLbl="node0" presStyleIdx="0" presStyleCnt="1">
        <dgm:presLayoutVars>
          <dgm:chPref val="3"/>
        </dgm:presLayoutVars>
      </dgm:prSet>
      <dgm:spPr/>
    </dgm:pt>
    <dgm:pt modelId="{114AA1C5-001D-CB4E-9AE5-26FA169DBF0E}" type="pres">
      <dgm:prSet presAssocID="{9D3BD433-5C82-5944-B63F-2EE0B07FB24C}" presName="rootConnector1" presStyleLbl="node1" presStyleIdx="0" presStyleCnt="0"/>
      <dgm:spPr/>
    </dgm:pt>
    <dgm:pt modelId="{89EE6D74-D7F5-9946-A8F6-22017E801000}" type="pres">
      <dgm:prSet presAssocID="{9D3BD433-5C82-5944-B63F-2EE0B07FB24C}" presName="hierChild2" presStyleCnt="0"/>
      <dgm:spPr/>
    </dgm:pt>
    <dgm:pt modelId="{F221428B-5FFB-1749-BD65-927440E0EED6}" type="pres">
      <dgm:prSet presAssocID="{CB0CFB82-9853-6B41-A294-D3DA9EB06843}" presName="Name37" presStyleLbl="parChTrans1D2" presStyleIdx="0" presStyleCnt="4"/>
      <dgm:spPr/>
    </dgm:pt>
    <dgm:pt modelId="{B37447DF-2F33-DF4B-886F-14749908522E}" type="pres">
      <dgm:prSet presAssocID="{AA0DF020-5A7E-914B-89C7-1861688C04FA}" presName="hierRoot2" presStyleCnt="0">
        <dgm:presLayoutVars>
          <dgm:hierBranch val="init"/>
        </dgm:presLayoutVars>
      </dgm:prSet>
      <dgm:spPr/>
    </dgm:pt>
    <dgm:pt modelId="{25089EBA-4710-704B-8A7B-D5FBBEF69055}" type="pres">
      <dgm:prSet presAssocID="{AA0DF020-5A7E-914B-89C7-1861688C04FA}" presName="rootComposite" presStyleCnt="0"/>
      <dgm:spPr/>
    </dgm:pt>
    <dgm:pt modelId="{72B0344C-0BDF-404A-BCE2-CC81770BBDD7}" type="pres">
      <dgm:prSet presAssocID="{AA0DF020-5A7E-914B-89C7-1861688C04FA}" presName="rootText" presStyleLbl="node2" presStyleIdx="0" presStyleCnt="3">
        <dgm:presLayoutVars>
          <dgm:chPref val="3"/>
        </dgm:presLayoutVars>
      </dgm:prSet>
      <dgm:spPr/>
    </dgm:pt>
    <dgm:pt modelId="{BFCE483D-38C4-DA40-A622-4A5152595121}" type="pres">
      <dgm:prSet presAssocID="{AA0DF020-5A7E-914B-89C7-1861688C04FA}" presName="rootConnector" presStyleLbl="node2" presStyleIdx="0" presStyleCnt="3"/>
      <dgm:spPr/>
    </dgm:pt>
    <dgm:pt modelId="{E81854F6-0171-FA43-B039-766395CC67F1}" type="pres">
      <dgm:prSet presAssocID="{AA0DF020-5A7E-914B-89C7-1861688C04FA}" presName="hierChild4" presStyleCnt="0"/>
      <dgm:spPr/>
    </dgm:pt>
    <dgm:pt modelId="{40D5D094-1F74-5946-A34F-2F6C4A90D36A}" type="pres">
      <dgm:prSet presAssocID="{AA0DF020-5A7E-914B-89C7-1861688C04FA}" presName="hierChild5" presStyleCnt="0"/>
      <dgm:spPr/>
    </dgm:pt>
    <dgm:pt modelId="{BA69D1DB-8101-4D4C-9042-25D060C0BFE7}" type="pres">
      <dgm:prSet presAssocID="{F3996B7B-477C-4644-8F64-8A96CC996479}" presName="Name37" presStyleLbl="parChTrans1D2" presStyleIdx="1" presStyleCnt="4"/>
      <dgm:spPr/>
    </dgm:pt>
    <dgm:pt modelId="{F4AC85AF-271E-7741-BD41-3F1A8AE9A560}" type="pres">
      <dgm:prSet presAssocID="{1BB61F4B-1DF3-8542-B503-47CE036B3299}" presName="hierRoot2" presStyleCnt="0">
        <dgm:presLayoutVars>
          <dgm:hierBranch val="init"/>
        </dgm:presLayoutVars>
      </dgm:prSet>
      <dgm:spPr/>
    </dgm:pt>
    <dgm:pt modelId="{AD191BAA-AAD8-EC4F-A3D7-7B1ED612421B}" type="pres">
      <dgm:prSet presAssocID="{1BB61F4B-1DF3-8542-B503-47CE036B3299}" presName="rootComposite" presStyleCnt="0"/>
      <dgm:spPr/>
    </dgm:pt>
    <dgm:pt modelId="{CFB7D7E4-324D-6B40-82CC-3A0113B7ADE9}" type="pres">
      <dgm:prSet presAssocID="{1BB61F4B-1DF3-8542-B503-47CE036B3299}" presName="rootText" presStyleLbl="node2" presStyleIdx="1" presStyleCnt="3">
        <dgm:presLayoutVars>
          <dgm:chPref val="3"/>
        </dgm:presLayoutVars>
      </dgm:prSet>
      <dgm:spPr/>
    </dgm:pt>
    <dgm:pt modelId="{0C5C3338-B07E-C445-A6BB-6FF98E98DE50}" type="pres">
      <dgm:prSet presAssocID="{1BB61F4B-1DF3-8542-B503-47CE036B3299}" presName="rootConnector" presStyleLbl="node2" presStyleIdx="1" presStyleCnt="3"/>
      <dgm:spPr/>
    </dgm:pt>
    <dgm:pt modelId="{5371A7C8-24CF-2545-99FA-38F6E9137652}" type="pres">
      <dgm:prSet presAssocID="{1BB61F4B-1DF3-8542-B503-47CE036B3299}" presName="hierChild4" presStyleCnt="0"/>
      <dgm:spPr/>
    </dgm:pt>
    <dgm:pt modelId="{B5BC25F1-0E93-E340-9393-A40B04F0F978}" type="pres">
      <dgm:prSet presAssocID="{1BB61F4B-1DF3-8542-B503-47CE036B3299}" presName="hierChild5" presStyleCnt="0"/>
      <dgm:spPr/>
    </dgm:pt>
    <dgm:pt modelId="{4781487D-8CF5-D446-841F-75B89BF49567}" type="pres">
      <dgm:prSet presAssocID="{61FFF1D6-53EF-B04D-AB4D-E02267CE1B88}" presName="Name37" presStyleLbl="parChTrans1D2" presStyleIdx="2" presStyleCnt="4"/>
      <dgm:spPr/>
    </dgm:pt>
    <dgm:pt modelId="{45321947-64E1-3344-9A5C-20A25A6C3452}" type="pres">
      <dgm:prSet presAssocID="{0A531D77-B03B-4C42-A886-6312D03B3607}" presName="hierRoot2" presStyleCnt="0">
        <dgm:presLayoutVars>
          <dgm:hierBranch val="init"/>
        </dgm:presLayoutVars>
      </dgm:prSet>
      <dgm:spPr/>
    </dgm:pt>
    <dgm:pt modelId="{0DB10894-1494-D343-96E3-AA1451B75069}" type="pres">
      <dgm:prSet presAssocID="{0A531D77-B03B-4C42-A886-6312D03B3607}" presName="rootComposite" presStyleCnt="0"/>
      <dgm:spPr/>
    </dgm:pt>
    <dgm:pt modelId="{510728AC-F789-004A-9F23-C6A651946C76}" type="pres">
      <dgm:prSet presAssocID="{0A531D77-B03B-4C42-A886-6312D03B3607}" presName="rootText" presStyleLbl="node2" presStyleIdx="2" presStyleCnt="3">
        <dgm:presLayoutVars>
          <dgm:chPref val="3"/>
        </dgm:presLayoutVars>
      </dgm:prSet>
      <dgm:spPr/>
    </dgm:pt>
    <dgm:pt modelId="{F7855B0E-5A6A-AD42-A20D-4348911D15B9}" type="pres">
      <dgm:prSet presAssocID="{0A531D77-B03B-4C42-A886-6312D03B3607}" presName="rootConnector" presStyleLbl="node2" presStyleIdx="2" presStyleCnt="3"/>
      <dgm:spPr/>
    </dgm:pt>
    <dgm:pt modelId="{6BC648E6-F1FA-3448-9667-41AB564FCAED}" type="pres">
      <dgm:prSet presAssocID="{0A531D77-B03B-4C42-A886-6312D03B3607}" presName="hierChild4" presStyleCnt="0"/>
      <dgm:spPr/>
    </dgm:pt>
    <dgm:pt modelId="{370D8505-E3C2-334E-AB87-68300AB069F0}" type="pres">
      <dgm:prSet presAssocID="{0A531D77-B03B-4C42-A886-6312D03B3607}" presName="hierChild5" presStyleCnt="0"/>
      <dgm:spPr/>
    </dgm:pt>
    <dgm:pt modelId="{1D5AF94D-AB9B-4045-B17A-5257CE372263}" type="pres">
      <dgm:prSet presAssocID="{9D3BD433-5C82-5944-B63F-2EE0B07FB24C}" presName="hierChild3" presStyleCnt="0"/>
      <dgm:spPr/>
    </dgm:pt>
    <dgm:pt modelId="{A7C1414C-0E33-8745-B697-5D382869B1CD}" type="pres">
      <dgm:prSet presAssocID="{52EE5300-3A76-7448-B08B-0915B5ABD346}" presName="Name111" presStyleLbl="parChTrans1D2" presStyleIdx="3" presStyleCnt="4"/>
      <dgm:spPr/>
    </dgm:pt>
    <dgm:pt modelId="{448F09B4-DFBC-7448-B826-CD8FF5A4D27F}" type="pres">
      <dgm:prSet presAssocID="{07D55347-F77D-7E47-8BD6-E50DE77D98CC}" presName="hierRoot3" presStyleCnt="0">
        <dgm:presLayoutVars>
          <dgm:hierBranch val="init"/>
        </dgm:presLayoutVars>
      </dgm:prSet>
      <dgm:spPr/>
    </dgm:pt>
    <dgm:pt modelId="{811CE4AD-A858-4E4A-A624-7DC226E9D9F8}" type="pres">
      <dgm:prSet presAssocID="{07D55347-F77D-7E47-8BD6-E50DE77D98CC}" presName="rootComposite3" presStyleCnt="0"/>
      <dgm:spPr/>
    </dgm:pt>
    <dgm:pt modelId="{9EB49DDD-CA6D-A346-9E0E-61BC04273EA7}" type="pres">
      <dgm:prSet presAssocID="{07D55347-F77D-7E47-8BD6-E50DE77D98CC}" presName="rootText3" presStyleLbl="asst1" presStyleIdx="0" presStyleCnt="1">
        <dgm:presLayoutVars>
          <dgm:chPref val="3"/>
        </dgm:presLayoutVars>
      </dgm:prSet>
      <dgm:spPr/>
    </dgm:pt>
    <dgm:pt modelId="{08F8C675-7A9D-184F-B3E6-9A059ABCB1E2}" type="pres">
      <dgm:prSet presAssocID="{07D55347-F77D-7E47-8BD6-E50DE77D98CC}" presName="rootConnector3" presStyleLbl="asst1" presStyleIdx="0" presStyleCnt="1"/>
      <dgm:spPr/>
    </dgm:pt>
    <dgm:pt modelId="{6F274AD9-236D-8F4D-8B64-B0A5A02DA1A3}" type="pres">
      <dgm:prSet presAssocID="{07D55347-F77D-7E47-8BD6-E50DE77D98CC}" presName="hierChild6" presStyleCnt="0"/>
      <dgm:spPr/>
    </dgm:pt>
    <dgm:pt modelId="{B1ADBA00-1F3E-B445-B030-76D70465CF40}" type="pres">
      <dgm:prSet presAssocID="{07D55347-F77D-7E47-8BD6-E50DE77D98CC}" presName="hierChild7" presStyleCnt="0"/>
      <dgm:spPr/>
    </dgm:pt>
  </dgm:ptLst>
  <dgm:cxnLst>
    <dgm:cxn modelId="{4D447205-8BEC-D14B-94E4-4649A73DE191}" srcId="{451DA9AA-EE1B-974B-8332-B78B3EA2741C}" destId="{9D3BD433-5C82-5944-B63F-2EE0B07FB24C}" srcOrd="0" destOrd="0" parTransId="{0EF1960B-C879-2542-99FE-8BB8B6FBE435}" sibTransId="{0E820746-8E84-AB44-9105-04C3A4F2DE1B}"/>
    <dgm:cxn modelId="{EDE1BF05-0C76-C14B-A29A-C509E863CC05}" type="presOf" srcId="{1BB61F4B-1DF3-8542-B503-47CE036B3299}" destId="{0C5C3338-B07E-C445-A6BB-6FF98E98DE50}" srcOrd="1" destOrd="0" presId="urn:microsoft.com/office/officeart/2005/8/layout/orgChart1"/>
    <dgm:cxn modelId="{4EFFDE2E-1A93-B24D-98A2-67C2DC0629A9}" type="presOf" srcId="{CB0CFB82-9853-6B41-A294-D3DA9EB06843}" destId="{F221428B-5FFB-1749-BD65-927440E0EED6}" srcOrd="0" destOrd="0" presId="urn:microsoft.com/office/officeart/2005/8/layout/orgChart1"/>
    <dgm:cxn modelId="{0B2E0A35-C53F-8C4F-AFB0-B9CD659DC313}" srcId="{9D3BD433-5C82-5944-B63F-2EE0B07FB24C}" destId="{AA0DF020-5A7E-914B-89C7-1861688C04FA}" srcOrd="1" destOrd="0" parTransId="{CB0CFB82-9853-6B41-A294-D3DA9EB06843}" sibTransId="{B65643BF-6344-B942-8FAB-4C225A849459}"/>
    <dgm:cxn modelId="{394DC740-BAA8-2F4A-BB0D-32ADE155765E}" type="presOf" srcId="{451DA9AA-EE1B-974B-8332-B78B3EA2741C}" destId="{C394002D-0186-5848-AB2B-1A2494E17AB6}" srcOrd="0" destOrd="0" presId="urn:microsoft.com/office/officeart/2005/8/layout/orgChart1"/>
    <dgm:cxn modelId="{CB6F6545-E079-BA44-87E2-C06AECF7C751}" srcId="{9D3BD433-5C82-5944-B63F-2EE0B07FB24C}" destId="{0A531D77-B03B-4C42-A886-6312D03B3607}" srcOrd="3" destOrd="0" parTransId="{61FFF1D6-53EF-B04D-AB4D-E02267CE1B88}" sibTransId="{3EF1E5C2-2A26-084E-9AC4-6CD847DC2605}"/>
    <dgm:cxn modelId="{FCACC073-CD5F-5340-898F-EB74847918A5}" type="presOf" srcId="{1BB61F4B-1DF3-8542-B503-47CE036B3299}" destId="{CFB7D7E4-324D-6B40-82CC-3A0113B7ADE9}" srcOrd="0" destOrd="0" presId="urn:microsoft.com/office/officeart/2005/8/layout/orgChart1"/>
    <dgm:cxn modelId="{BBBF7578-C634-844B-8375-D66A2BF27178}" type="presOf" srcId="{52EE5300-3A76-7448-B08B-0915B5ABD346}" destId="{A7C1414C-0E33-8745-B697-5D382869B1CD}" srcOrd="0" destOrd="0" presId="urn:microsoft.com/office/officeart/2005/8/layout/orgChart1"/>
    <dgm:cxn modelId="{210AC897-5573-BD42-9D1E-1631553365CB}" type="presOf" srcId="{07D55347-F77D-7E47-8BD6-E50DE77D98CC}" destId="{08F8C675-7A9D-184F-B3E6-9A059ABCB1E2}" srcOrd="1" destOrd="0" presId="urn:microsoft.com/office/officeart/2005/8/layout/orgChart1"/>
    <dgm:cxn modelId="{5A6AAD99-7C84-CA41-B592-62A56163CA6B}" type="presOf" srcId="{AA0DF020-5A7E-914B-89C7-1861688C04FA}" destId="{BFCE483D-38C4-DA40-A622-4A5152595121}" srcOrd="1" destOrd="0" presId="urn:microsoft.com/office/officeart/2005/8/layout/orgChart1"/>
    <dgm:cxn modelId="{A85C48A5-27E0-7A4E-92F0-D02D00931CB1}" type="presOf" srcId="{61FFF1D6-53EF-B04D-AB4D-E02267CE1B88}" destId="{4781487D-8CF5-D446-841F-75B89BF49567}" srcOrd="0" destOrd="0" presId="urn:microsoft.com/office/officeart/2005/8/layout/orgChart1"/>
    <dgm:cxn modelId="{F3D5EBA9-244F-DD40-A171-972D46CF4C88}" srcId="{9D3BD433-5C82-5944-B63F-2EE0B07FB24C}" destId="{07D55347-F77D-7E47-8BD6-E50DE77D98CC}" srcOrd="0" destOrd="0" parTransId="{52EE5300-3A76-7448-B08B-0915B5ABD346}" sibTransId="{C0F7D7E0-DA1C-1A45-B1E8-9169A4B51948}"/>
    <dgm:cxn modelId="{18FC95B6-0E0B-9C4F-AC01-BB1605C27184}" type="presOf" srcId="{9D3BD433-5C82-5944-B63F-2EE0B07FB24C}" destId="{85E33F6F-D87A-5F4C-A035-BCAED1C3269D}" srcOrd="0" destOrd="0" presId="urn:microsoft.com/office/officeart/2005/8/layout/orgChart1"/>
    <dgm:cxn modelId="{3590C6DC-9B42-4347-BBA7-61629D9CE151}" type="presOf" srcId="{0A531D77-B03B-4C42-A886-6312D03B3607}" destId="{510728AC-F789-004A-9F23-C6A651946C76}" srcOrd="0" destOrd="0" presId="urn:microsoft.com/office/officeart/2005/8/layout/orgChart1"/>
    <dgm:cxn modelId="{1D473DDD-E448-D841-9F97-B0337D51F9D8}" srcId="{9D3BD433-5C82-5944-B63F-2EE0B07FB24C}" destId="{1BB61F4B-1DF3-8542-B503-47CE036B3299}" srcOrd="2" destOrd="0" parTransId="{F3996B7B-477C-4644-8F64-8A96CC996479}" sibTransId="{560280FD-1589-8747-8301-227B66625144}"/>
    <dgm:cxn modelId="{795D3EDF-0684-654E-96AD-2A5815369787}" type="presOf" srcId="{9D3BD433-5C82-5944-B63F-2EE0B07FB24C}" destId="{114AA1C5-001D-CB4E-9AE5-26FA169DBF0E}" srcOrd="1" destOrd="0" presId="urn:microsoft.com/office/officeart/2005/8/layout/orgChart1"/>
    <dgm:cxn modelId="{443F3FE0-2F8E-BB4D-869A-055A28E0718E}" type="presOf" srcId="{F3996B7B-477C-4644-8F64-8A96CC996479}" destId="{BA69D1DB-8101-4D4C-9042-25D060C0BFE7}" srcOrd="0" destOrd="0" presId="urn:microsoft.com/office/officeart/2005/8/layout/orgChart1"/>
    <dgm:cxn modelId="{C785B2E7-C6AF-7246-BC0C-1D7533E176DD}" type="presOf" srcId="{AA0DF020-5A7E-914B-89C7-1861688C04FA}" destId="{72B0344C-0BDF-404A-BCE2-CC81770BBDD7}" srcOrd="0" destOrd="0" presId="urn:microsoft.com/office/officeart/2005/8/layout/orgChart1"/>
    <dgm:cxn modelId="{5D1839EC-AFD6-0040-B2F4-176B2FA04B8C}" type="presOf" srcId="{07D55347-F77D-7E47-8BD6-E50DE77D98CC}" destId="{9EB49DDD-CA6D-A346-9E0E-61BC04273EA7}" srcOrd="0" destOrd="0" presId="urn:microsoft.com/office/officeart/2005/8/layout/orgChart1"/>
    <dgm:cxn modelId="{F96CB3EC-E40B-7742-A879-DBC2B375DB35}" type="presOf" srcId="{0A531D77-B03B-4C42-A886-6312D03B3607}" destId="{F7855B0E-5A6A-AD42-A20D-4348911D15B9}" srcOrd="1" destOrd="0" presId="urn:microsoft.com/office/officeart/2005/8/layout/orgChart1"/>
    <dgm:cxn modelId="{DC60EBB4-2B83-5E41-BF1D-BE3A79781E7C}" type="presParOf" srcId="{C394002D-0186-5848-AB2B-1A2494E17AB6}" destId="{6E0EE7A9-9470-1841-B7F2-6CCC8D399F64}" srcOrd="0" destOrd="0" presId="urn:microsoft.com/office/officeart/2005/8/layout/orgChart1"/>
    <dgm:cxn modelId="{AEC4303C-2324-6946-85AF-A5DC879056B4}" type="presParOf" srcId="{6E0EE7A9-9470-1841-B7F2-6CCC8D399F64}" destId="{647C89D0-6818-644D-A4D0-B57236F95E01}" srcOrd="0" destOrd="0" presId="urn:microsoft.com/office/officeart/2005/8/layout/orgChart1"/>
    <dgm:cxn modelId="{1D1117B3-A488-3741-903B-C45A53E9434A}" type="presParOf" srcId="{647C89D0-6818-644D-A4D0-B57236F95E01}" destId="{85E33F6F-D87A-5F4C-A035-BCAED1C3269D}" srcOrd="0" destOrd="0" presId="urn:microsoft.com/office/officeart/2005/8/layout/orgChart1"/>
    <dgm:cxn modelId="{B5EEEA1F-B751-6249-89FE-177BCD1577BD}" type="presParOf" srcId="{647C89D0-6818-644D-A4D0-B57236F95E01}" destId="{114AA1C5-001D-CB4E-9AE5-26FA169DBF0E}" srcOrd="1" destOrd="0" presId="urn:microsoft.com/office/officeart/2005/8/layout/orgChart1"/>
    <dgm:cxn modelId="{E61D4F71-B206-8247-96CC-911B7DE8DA1B}" type="presParOf" srcId="{6E0EE7A9-9470-1841-B7F2-6CCC8D399F64}" destId="{89EE6D74-D7F5-9946-A8F6-22017E801000}" srcOrd="1" destOrd="0" presId="urn:microsoft.com/office/officeart/2005/8/layout/orgChart1"/>
    <dgm:cxn modelId="{880F6ECD-6A7A-2049-AE0B-C685158E736B}" type="presParOf" srcId="{89EE6D74-D7F5-9946-A8F6-22017E801000}" destId="{F221428B-5FFB-1749-BD65-927440E0EED6}" srcOrd="0" destOrd="0" presId="urn:microsoft.com/office/officeart/2005/8/layout/orgChart1"/>
    <dgm:cxn modelId="{9CCE1F13-F766-5A41-AF33-1E5E8659AA2D}" type="presParOf" srcId="{89EE6D74-D7F5-9946-A8F6-22017E801000}" destId="{B37447DF-2F33-DF4B-886F-14749908522E}" srcOrd="1" destOrd="0" presId="urn:microsoft.com/office/officeart/2005/8/layout/orgChart1"/>
    <dgm:cxn modelId="{B3F899E8-3066-F04D-AB45-92722B1CBFD3}" type="presParOf" srcId="{B37447DF-2F33-DF4B-886F-14749908522E}" destId="{25089EBA-4710-704B-8A7B-D5FBBEF69055}" srcOrd="0" destOrd="0" presId="urn:microsoft.com/office/officeart/2005/8/layout/orgChart1"/>
    <dgm:cxn modelId="{C9073E00-E18B-4147-9989-9FAF12F9ED01}" type="presParOf" srcId="{25089EBA-4710-704B-8A7B-D5FBBEF69055}" destId="{72B0344C-0BDF-404A-BCE2-CC81770BBDD7}" srcOrd="0" destOrd="0" presId="urn:microsoft.com/office/officeart/2005/8/layout/orgChart1"/>
    <dgm:cxn modelId="{EE458A5B-0C79-2141-A738-D205A89B2E59}" type="presParOf" srcId="{25089EBA-4710-704B-8A7B-D5FBBEF69055}" destId="{BFCE483D-38C4-DA40-A622-4A5152595121}" srcOrd="1" destOrd="0" presId="urn:microsoft.com/office/officeart/2005/8/layout/orgChart1"/>
    <dgm:cxn modelId="{CF5540D4-4F88-DE4C-B7B2-704009548342}" type="presParOf" srcId="{B37447DF-2F33-DF4B-886F-14749908522E}" destId="{E81854F6-0171-FA43-B039-766395CC67F1}" srcOrd="1" destOrd="0" presId="urn:microsoft.com/office/officeart/2005/8/layout/orgChart1"/>
    <dgm:cxn modelId="{534C70F8-507B-B54F-850D-578C1CF8498F}" type="presParOf" srcId="{B37447DF-2F33-DF4B-886F-14749908522E}" destId="{40D5D094-1F74-5946-A34F-2F6C4A90D36A}" srcOrd="2" destOrd="0" presId="urn:microsoft.com/office/officeart/2005/8/layout/orgChart1"/>
    <dgm:cxn modelId="{22EB1BD2-4FA3-7B43-9127-8AD0C1FE5373}" type="presParOf" srcId="{89EE6D74-D7F5-9946-A8F6-22017E801000}" destId="{BA69D1DB-8101-4D4C-9042-25D060C0BFE7}" srcOrd="2" destOrd="0" presId="urn:microsoft.com/office/officeart/2005/8/layout/orgChart1"/>
    <dgm:cxn modelId="{294BD2E2-2A54-5047-9DE8-C12172D50029}" type="presParOf" srcId="{89EE6D74-D7F5-9946-A8F6-22017E801000}" destId="{F4AC85AF-271E-7741-BD41-3F1A8AE9A560}" srcOrd="3" destOrd="0" presId="urn:microsoft.com/office/officeart/2005/8/layout/orgChart1"/>
    <dgm:cxn modelId="{E128D748-DCBB-D04F-A9AA-6FFB4170536F}" type="presParOf" srcId="{F4AC85AF-271E-7741-BD41-3F1A8AE9A560}" destId="{AD191BAA-AAD8-EC4F-A3D7-7B1ED612421B}" srcOrd="0" destOrd="0" presId="urn:microsoft.com/office/officeart/2005/8/layout/orgChart1"/>
    <dgm:cxn modelId="{F126029C-ADB6-7C49-99E9-EC7C716CC32A}" type="presParOf" srcId="{AD191BAA-AAD8-EC4F-A3D7-7B1ED612421B}" destId="{CFB7D7E4-324D-6B40-82CC-3A0113B7ADE9}" srcOrd="0" destOrd="0" presId="urn:microsoft.com/office/officeart/2005/8/layout/orgChart1"/>
    <dgm:cxn modelId="{8ABA135B-AF45-FD4B-9CE0-0AEF3AB8CC2A}" type="presParOf" srcId="{AD191BAA-AAD8-EC4F-A3D7-7B1ED612421B}" destId="{0C5C3338-B07E-C445-A6BB-6FF98E98DE50}" srcOrd="1" destOrd="0" presId="urn:microsoft.com/office/officeart/2005/8/layout/orgChart1"/>
    <dgm:cxn modelId="{AC4ACD13-941F-A54F-90BB-4D5598E7D79A}" type="presParOf" srcId="{F4AC85AF-271E-7741-BD41-3F1A8AE9A560}" destId="{5371A7C8-24CF-2545-99FA-38F6E9137652}" srcOrd="1" destOrd="0" presId="urn:microsoft.com/office/officeart/2005/8/layout/orgChart1"/>
    <dgm:cxn modelId="{A53FE634-8982-2C49-B71D-57249B30BB49}" type="presParOf" srcId="{F4AC85AF-271E-7741-BD41-3F1A8AE9A560}" destId="{B5BC25F1-0E93-E340-9393-A40B04F0F978}" srcOrd="2" destOrd="0" presId="urn:microsoft.com/office/officeart/2005/8/layout/orgChart1"/>
    <dgm:cxn modelId="{24EB0598-1B43-A742-B4DA-F01392B6A3EF}" type="presParOf" srcId="{89EE6D74-D7F5-9946-A8F6-22017E801000}" destId="{4781487D-8CF5-D446-841F-75B89BF49567}" srcOrd="4" destOrd="0" presId="urn:microsoft.com/office/officeart/2005/8/layout/orgChart1"/>
    <dgm:cxn modelId="{DB2CFD6F-B3FA-4F46-B3C4-61D535A5B71B}" type="presParOf" srcId="{89EE6D74-D7F5-9946-A8F6-22017E801000}" destId="{45321947-64E1-3344-9A5C-20A25A6C3452}" srcOrd="5" destOrd="0" presId="urn:microsoft.com/office/officeart/2005/8/layout/orgChart1"/>
    <dgm:cxn modelId="{CDE01247-D377-8143-B3B9-40BFC16D0810}" type="presParOf" srcId="{45321947-64E1-3344-9A5C-20A25A6C3452}" destId="{0DB10894-1494-D343-96E3-AA1451B75069}" srcOrd="0" destOrd="0" presId="urn:microsoft.com/office/officeart/2005/8/layout/orgChart1"/>
    <dgm:cxn modelId="{5C32D77C-7CB9-7543-B5D2-74843D4A3782}" type="presParOf" srcId="{0DB10894-1494-D343-96E3-AA1451B75069}" destId="{510728AC-F789-004A-9F23-C6A651946C76}" srcOrd="0" destOrd="0" presId="urn:microsoft.com/office/officeart/2005/8/layout/orgChart1"/>
    <dgm:cxn modelId="{4D70A670-B163-594E-A48B-4C45E1242CC4}" type="presParOf" srcId="{0DB10894-1494-D343-96E3-AA1451B75069}" destId="{F7855B0E-5A6A-AD42-A20D-4348911D15B9}" srcOrd="1" destOrd="0" presId="urn:microsoft.com/office/officeart/2005/8/layout/orgChart1"/>
    <dgm:cxn modelId="{72C361C6-FB33-E541-A4AF-740E8B9E184D}" type="presParOf" srcId="{45321947-64E1-3344-9A5C-20A25A6C3452}" destId="{6BC648E6-F1FA-3448-9667-41AB564FCAED}" srcOrd="1" destOrd="0" presId="urn:microsoft.com/office/officeart/2005/8/layout/orgChart1"/>
    <dgm:cxn modelId="{C26FD2DA-7A7C-4D45-931B-EFB881656EC5}" type="presParOf" srcId="{45321947-64E1-3344-9A5C-20A25A6C3452}" destId="{370D8505-E3C2-334E-AB87-68300AB069F0}" srcOrd="2" destOrd="0" presId="urn:microsoft.com/office/officeart/2005/8/layout/orgChart1"/>
    <dgm:cxn modelId="{A4018A2C-CF2E-0B4F-9374-E8E1C7E441FA}" type="presParOf" srcId="{6E0EE7A9-9470-1841-B7F2-6CCC8D399F64}" destId="{1D5AF94D-AB9B-4045-B17A-5257CE372263}" srcOrd="2" destOrd="0" presId="urn:microsoft.com/office/officeart/2005/8/layout/orgChart1"/>
    <dgm:cxn modelId="{5AE8E266-3167-1345-B166-B66A01EFA51F}" type="presParOf" srcId="{1D5AF94D-AB9B-4045-B17A-5257CE372263}" destId="{A7C1414C-0E33-8745-B697-5D382869B1CD}" srcOrd="0" destOrd="0" presId="urn:microsoft.com/office/officeart/2005/8/layout/orgChart1"/>
    <dgm:cxn modelId="{27A4007A-53DC-124A-AB2E-3EFF385D4CE3}" type="presParOf" srcId="{1D5AF94D-AB9B-4045-B17A-5257CE372263}" destId="{448F09B4-DFBC-7448-B826-CD8FF5A4D27F}" srcOrd="1" destOrd="0" presId="urn:microsoft.com/office/officeart/2005/8/layout/orgChart1"/>
    <dgm:cxn modelId="{CC0DEC31-70C3-784C-8EC0-A410F4D82E85}" type="presParOf" srcId="{448F09B4-DFBC-7448-B826-CD8FF5A4D27F}" destId="{811CE4AD-A858-4E4A-A624-7DC226E9D9F8}" srcOrd="0" destOrd="0" presId="urn:microsoft.com/office/officeart/2005/8/layout/orgChart1"/>
    <dgm:cxn modelId="{934BF54F-9F97-B140-A0E6-EA77F76BC829}" type="presParOf" srcId="{811CE4AD-A858-4E4A-A624-7DC226E9D9F8}" destId="{9EB49DDD-CA6D-A346-9E0E-61BC04273EA7}" srcOrd="0" destOrd="0" presId="urn:microsoft.com/office/officeart/2005/8/layout/orgChart1"/>
    <dgm:cxn modelId="{9895E3ED-47E5-8746-B1FF-0E116D1BB919}" type="presParOf" srcId="{811CE4AD-A858-4E4A-A624-7DC226E9D9F8}" destId="{08F8C675-7A9D-184F-B3E6-9A059ABCB1E2}" srcOrd="1" destOrd="0" presId="urn:microsoft.com/office/officeart/2005/8/layout/orgChart1"/>
    <dgm:cxn modelId="{44A5A19C-043A-BD4C-9F5C-97E53B68401B}" type="presParOf" srcId="{448F09B4-DFBC-7448-B826-CD8FF5A4D27F}" destId="{6F274AD9-236D-8F4D-8B64-B0A5A02DA1A3}" srcOrd="1" destOrd="0" presId="urn:microsoft.com/office/officeart/2005/8/layout/orgChart1"/>
    <dgm:cxn modelId="{3435A85C-C4F7-1644-967E-E2E1F555B6E8}" type="presParOf" srcId="{448F09B4-DFBC-7448-B826-CD8FF5A4D27F}" destId="{B1ADBA00-1F3E-B445-B030-76D70465CF4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1414C-0E33-8745-B697-5D382869B1CD}">
      <dsp:nvSpPr>
        <dsp:cNvPr id="0" name=""/>
        <dsp:cNvSpPr/>
      </dsp:nvSpPr>
      <dsp:spPr>
        <a:xfrm>
          <a:off x="2432482" y="1145233"/>
          <a:ext cx="159111" cy="697060"/>
        </a:xfrm>
        <a:custGeom>
          <a:avLst/>
          <a:gdLst/>
          <a:ahLst/>
          <a:cxnLst/>
          <a:rect l="0" t="0" r="0" b="0"/>
          <a:pathLst>
            <a:path>
              <a:moveTo>
                <a:pt x="159111" y="0"/>
              </a:moveTo>
              <a:lnTo>
                <a:pt x="159111" y="697060"/>
              </a:lnTo>
              <a:lnTo>
                <a:pt x="0" y="69706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781487D-8CF5-D446-841F-75B89BF49567}">
      <dsp:nvSpPr>
        <dsp:cNvPr id="0" name=""/>
        <dsp:cNvSpPr/>
      </dsp:nvSpPr>
      <dsp:spPr>
        <a:xfrm>
          <a:off x="2591594" y="1145233"/>
          <a:ext cx="1833571" cy="13941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35009"/>
              </a:lnTo>
              <a:lnTo>
                <a:pt x="1833571" y="1235009"/>
              </a:lnTo>
              <a:lnTo>
                <a:pt x="1833571" y="13941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9D1DB-8101-4D4C-9042-25D060C0BFE7}">
      <dsp:nvSpPr>
        <dsp:cNvPr id="0" name=""/>
        <dsp:cNvSpPr/>
      </dsp:nvSpPr>
      <dsp:spPr>
        <a:xfrm>
          <a:off x="2545874" y="1145233"/>
          <a:ext cx="91440" cy="13941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3941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21428B-5FFB-1749-BD65-927440E0EED6}">
      <dsp:nvSpPr>
        <dsp:cNvPr id="0" name=""/>
        <dsp:cNvSpPr/>
      </dsp:nvSpPr>
      <dsp:spPr>
        <a:xfrm>
          <a:off x="758022" y="1145233"/>
          <a:ext cx="1833571" cy="1394120"/>
        </a:xfrm>
        <a:custGeom>
          <a:avLst/>
          <a:gdLst/>
          <a:ahLst/>
          <a:cxnLst/>
          <a:rect l="0" t="0" r="0" b="0"/>
          <a:pathLst>
            <a:path>
              <a:moveTo>
                <a:pt x="1833571" y="0"/>
              </a:moveTo>
              <a:lnTo>
                <a:pt x="1833571" y="1235009"/>
              </a:lnTo>
              <a:lnTo>
                <a:pt x="0" y="1235009"/>
              </a:lnTo>
              <a:lnTo>
                <a:pt x="0" y="1394120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E33F6F-D87A-5F4C-A035-BCAED1C3269D}">
      <dsp:nvSpPr>
        <dsp:cNvPr id="0" name=""/>
        <dsp:cNvSpPr/>
      </dsp:nvSpPr>
      <dsp:spPr>
        <a:xfrm>
          <a:off x="1833919" y="387559"/>
          <a:ext cx="1515348" cy="7576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one</a:t>
          </a:r>
        </a:p>
      </dsp:txBody>
      <dsp:txXfrm>
        <a:off x="1833919" y="387559"/>
        <a:ext cx="1515348" cy="757674"/>
      </dsp:txXfrm>
    </dsp:sp>
    <dsp:sp modelId="{72B0344C-0BDF-404A-BCE2-CC81770BBDD7}">
      <dsp:nvSpPr>
        <dsp:cNvPr id="0" name=""/>
        <dsp:cNvSpPr/>
      </dsp:nvSpPr>
      <dsp:spPr>
        <a:xfrm>
          <a:off x="347" y="2539354"/>
          <a:ext cx="1515348" cy="7576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three</a:t>
          </a:r>
        </a:p>
      </dsp:txBody>
      <dsp:txXfrm>
        <a:off x="347" y="2539354"/>
        <a:ext cx="1515348" cy="757674"/>
      </dsp:txXfrm>
    </dsp:sp>
    <dsp:sp modelId="{CFB7D7E4-324D-6B40-82CC-3A0113B7ADE9}">
      <dsp:nvSpPr>
        <dsp:cNvPr id="0" name=""/>
        <dsp:cNvSpPr/>
      </dsp:nvSpPr>
      <dsp:spPr>
        <a:xfrm>
          <a:off x="1833919" y="2539354"/>
          <a:ext cx="1515348" cy="7576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four</a:t>
          </a:r>
        </a:p>
      </dsp:txBody>
      <dsp:txXfrm>
        <a:off x="1833919" y="2539354"/>
        <a:ext cx="1515348" cy="757674"/>
      </dsp:txXfrm>
    </dsp:sp>
    <dsp:sp modelId="{510728AC-F789-004A-9F23-C6A651946C76}">
      <dsp:nvSpPr>
        <dsp:cNvPr id="0" name=""/>
        <dsp:cNvSpPr/>
      </dsp:nvSpPr>
      <dsp:spPr>
        <a:xfrm>
          <a:off x="3667491" y="2539354"/>
          <a:ext cx="1515348" cy="7576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five</a:t>
          </a:r>
        </a:p>
      </dsp:txBody>
      <dsp:txXfrm>
        <a:off x="3667491" y="2539354"/>
        <a:ext cx="1515348" cy="757674"/>
      </dsp:txXfrm>
    </dsp:sp>
    <dsp:sp modelId="{9EB49DDD-CA6D-A346-9E0E-61BC04273EA7}">
      <dsp:nvSpPr>
        <dsp:cNvPr id="0" name=""/>
        <dsp:cNvSpPr/>
      </dsp:nvSpPr>
      <dsp:spPr>
        <a:xfrm>
          <a:off x="917133" y="1463456"/>
          <a:ext cx="1515348" cy="75767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115" tIns="31115" rIns="31115" bIns="31115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two</a:t>
          </a:r>
        </a:p>
      </dsp:txBody>
      <dsp:txXfrm>
        <a:off x="917133" y="1463456"/>
        <a:ext cx="1515348" cy="7576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E59E-2C13-20AD-41BD-656A1FEDD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91A5C-ADF5-43D1-7ADA-85D3B05B7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A8D90-69DA-B6C9-84B9-BEDEC6DF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DBE17-0DA4-96E5-119D-71D7AEDEE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B8C157-CBC1-5367-8B61-D86A15425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311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358ED-585D-AAF9-A6BE-2000C76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AE687-03EB-D2DD-FC1B-958AEE1EB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76EAA-B591-AC8C-139E-08CF12533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BE88D-A519-C99E-E685-92E86D840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E75F9-3477-34FC-FD5B-1B60EFAF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294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926B-8399-C55B-19D1-E47562BBF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70DF6-F22D-B8EE-198C-157479526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608D7-BFAB-5C1D-0856-35C5E81AF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08300-7723-22C2-937F-A15920855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2F1E6-3CEC-F3FB-63EE-EBBB40109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3FA1-9032-22CD-2FFF-3656A515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15E75-7968-EDC3-D32D-C016C4567C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61C8F9-071F-07C3-121F-60DECB92B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F69C0-66B9-F319-AE9A-A3DB8E26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2821E-E2E5-783C-5B32-59EFE29EB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4DCA5-F9E6-36FE-9EA0-3EB34C422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703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4A039-8AC8-1256-27A7-573ABEDA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66721-5E4D-3BAD-5888-34F1D8B72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F359AD-ADD3-74A9-EEE9-3BAC4812FD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070D08-40B2-DE27-FE74-937787ED5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5354AA-C94E-95BF-2255-1EEFAAD6D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B3DF1F-50A3-0FA3-3002-BBB7D922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BA9618-CA99-C48D-B181-50038E2D7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2ECE57-2044-8E72-13A1-DAA7BA1F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3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B3F9B-5338-0358-3C81-374EFFE4C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189C-A003-4C98-6347-172BF967F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AC5DE-AAC5-9CD9-5DF7-774551B02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1F4F0-986F-519B-CB93-FEF91FD2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5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F1F2E-5CA1-7508-0C29-3FBC0103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3882C-8CC7-9CFF-5912-273C92DC3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8947C-A3EB-25D8-3A30-345D7F22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64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F2FD3-C9BD-D70F-FA8E-4A63CCFC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96A60-94ED-D7BB-B1C0-2ECA3BE3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B7609F-401D-DC05-CD4C-28491C78B0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2CA9A-AE22-CD3C-2A10-D0B575FF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873A8-20FA-9205-799A-9E6D1CE2C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1589BE-1E5A-E2FB-C2C6-9FE9757BE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8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C0F2-E56E-0846-B7D1-42D59B11A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B8CF0B-2EDE-0918-F65A-CA197A2C09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8729B-5194-992E-532F-3AE67FBEA5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30C09-D01D-FDA7-0B31-EE29EE605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E92E6-5619-57EB-D438-66FB89280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CA531-98EB-1387-F078-974DBDAC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6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C0ECC-0848-436F-FBA9-A11B4DD37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9F3400-4B92-E8C9-53F5-304386E77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64F4B7-3FC0-B8FF-D100-FFC77C032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4DB30-23F4-7DDE-0D89-477FD8A39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F20F8-B8C8-1F48-0D38-C534F48BA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268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35CA9-3680-C6BE-B180-4FBAB22DE3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0ECEE-4425-E90F-D51C-F4D8CCABF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21213-C65C-A150-ADB7-96F648D9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077F75-D059-6B62-0AA3-3E6A5E776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4B7E5-51BC-FAFA-6AAD-D90D6A1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40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A56EF9-E720-1ABF-996E-29C193AC1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59479A-885A-D9AA-17F1-A8A711D72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00806-EEA7-7A94-F359-704FDF02B4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5F7886-6B74-6349-BE53-F5BA7B8ADE1D}" type="datetimeFigureOut">
              <a:rPr lang="en-US" smtClean="0"/>
              <a:t>7/5/26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7BB84-3D03-FDCB-1167-9B9F27DDF4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EBC24-38E6-D700-C976-72C100E74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6C31F4-8D8F-344B-9BA0-B144D42325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0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DF3D5-C64C-8BEA-D537-CA04EC8090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45F3E2-7E4A-23CE-9AE2-B174B0C6E1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File for testing</a:t>
            </a:r>
          </a:p>
        </p:txBody>
      </p:sp>
    </p:spTree>
    <p:extLst>
      <p:ext uri="{BB962C8B-B14F-4D97-AF65-F5344CB8AC3E}">
        <p14:creationId xmlns:p14="http://schemas.microsoft.com/office/powerpoint/2010/main" val="40159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7A5DFD-3E17-2E1D-1DCC-D86094DF0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BE3FB-70D8-C1E1-43B2-EEE965BABB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Header Layout</a:t>
            </a:r>
          </a:p>
        </p:txBody>
      </p:sp>
    </p:spTree>
    <p:extLst>
      <p:ext uri="{BB962C8B-B14F-4D97-AF65-F5344CB8AC3E}">
        <p14:creationId xmlns:p14="http://schemas.microsoft.com/office/powerpoint/2010/main" val="2630143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397E29-B91A-965E-5F76-7E4362540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Content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94F8C7-92DD-5704-4491-E6ED2F6804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r>
              <a:rPr lang="en-US" dirty="0"/>
              <a:t>Three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4BF15AB-2B26-5482-D977-35ABFC03AF6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7373115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027074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83B1C73-9C0E-FF7C-D4B0-CA4C726F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4A25024-37F2-9DCB-04E5-80A444359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Column 1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E24E243-8638-DE1A-A7D2-62967E155B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r>
              <a:rPr lang="en-US" dirty="0"/>
              <a:t>Three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B36A57-6990-E0B4-A74D-D6F73A6FED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Column 2</a:t>
            </a:r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E8AC4A9-5065-C5AE-2F9F-42A185E58E29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567351576"/>
              </p:ext>
            </p:extLst>
          </p:nvPr>
        </p:nvGraphicFramePr>
        <p:xfrm>
          <a:off x="6172200" y="2505075"/>
          <a:ext cx="5183188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123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543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5BCF-4473-BCFF-E21D-F823D6D74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499FE-AC24-F006-022F-30BA752670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</a:t>
            </a:r>
          </a:p>
          <a:p>
            <a:r>
              <a:rPr lang="en-US" dirty="0"/>
              <a:t>Two</a:t>
            </a:r>
          </a:p>
          <a:p>
            <a:r>
              <a:rPr lang="en-US" dirty="0"/>
              <a:t>Three</a:t>
            </a:r>
          </a:p>
          <a:p>
            <a:r>
              <a:rPr lang="en-US" dirty="0"/>
              <a:t>Four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50F99-9CAC-5DAF-5825-1730AEC55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quis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esse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est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0524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5DFE6-6B74-15CB-C4E2-87E90277F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with caption</a:t>
            </a:r>
          </a:p>
        </p:txBody>
      </p:sp>
      <p:pic>
        <p:nvPicPr>
          <p:cNvPr id="6" name="Picture Placeholder 5" descr="Black and white spiralling staircase">
            <a:extLst>
              <a:ext uri="{FF2B5EF4-FFF2-40B4-BE49-F238E27FC236}">
                <a16:creationId xmlns:a16="http://schemas.microsoft.com/office/drawing/2014/main" id="{CFB6C64E-8A81-5519-C2C3-C8808BD4F51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785" r="7785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744D9-32ED-AD7A-4184-B7925D732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quis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esse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</a:t>
            </a:r>
            <a:r>
              <a:rPr lang="en-US" dirty="0" err="1"/>
              <a:t>anim</a:t>
            </a:r>
            <a:r>
              <a:rPr lang="en-US" dirty="0"/>
              <a:t> id est </a:t>
            </a:r>
            <a:r>
              <a:rPr lang="en-US" dirty="0" err="1"/>
              <a:t>laborum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9896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194</Words>
  <Application>Microsoft Macintosh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Basic File</vt:lpstr>
      <vt:lpstr>Section Header</vt:lpstr>
      <vt:lpstr>Two Content</vt:lpstr>
      <vt:lpstr>Comparison</vt:lpstr>
      <vt:lpstr>PowerPoint Presentation</vt:lpstr>
      <vt:lpstr>Content with Caption</vt:lpstr>
      <vt:lpstr>Picture with caption</vt:lpstr>
    </vt:vector>
  </TitlesOfParts>
  <Manager/>
  <Company>n/a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File D</dc:title>
  <dc:subject>Test file</dc:subject>
  <dc:creator>JHORVATH</dc:creator>
  <cp:keywords/>
  <dc:description>Same as Basic File C, except with different metadata. </dc:description>
  <cp:lastModifiedBy>Josh Horvath</cp:lastModifiedBy>
  <cp:revision>5</cp:revision>
  <dcterms:created xsi:type="dcterms:W3CDTF">2024-09-16T19:06:14Z</dcterms:created>
  <dcterms:modified xsi:type="dcterms:W3CDTF">2026-07-06T00:32:43Z</dcterms:modified>
  <cp:category/>
</cp:coreProperties>
</file>