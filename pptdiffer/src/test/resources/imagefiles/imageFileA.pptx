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58"/>
  </p:normalViewPr>
  <p:slideViewPr>
    <p:cSldViewPr snapToGrid="0">
      <p:cViewPr varScale="1">
        <p:scale>
          <a:sx n="120" d="100"/>
          <a:sy n="120" d="100"/>
        </p:scale>
        <p:origin x="1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D7EAC-FD50-9BAC-299A-AB7ED9CCE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0DFE33-D02E-B6D3-8948-9262A7B90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58070-8FE3-D6AB-ACD5-DED8C9254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6EDDB-4068-FA5D-6177-624D8F729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960A7-311D-AB83-C37F-2E6779B8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431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2AF79-A86D-0C90-84D9-6394872D2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2D8B3-669B-4719-E599-A7C64EAB9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FE6B8-FA98-50C6-1CA0-3BEB1EADD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B31BC-EFA2-026E-7B51-190AC1177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12AED-8519-8383-831B-5EB182766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4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497E4-5EBF-301D-1C6C-C5DEAF009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39D87-8A32-A638-867D-E640AC5E1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6004F-6E8C-2719-2AA9-F3AA887F4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A5506-C551-A36B-4320-CAE78BF2F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D4768-C9F6-1945-EA18-A7247245F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AB921-32DC-99AD-7466-6D0480ED4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AA4C4-DF2E-BE67-0C51-C1FA7676C6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B03DDE-4378-0A01-CE6C-3797F1523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0C7D0-E3CE-4BEF-4B69-A135062E1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CE6DF-1DFA-C5CD-A37C-7FB2B277D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80848-AF95-304C-6DAA-0F8776D35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87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EC99F-B1AD-80B6-142E-A9654AD9B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D8027-3CFF-A608-0E2E-48F6C8097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7FF68-8B1E-FBFC-B078-1A53D583E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D9BDC4-9508-16CE-AC6A-6135E136CB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CB4DF8-978F-BB57-A0AD-68C3A14E6A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615E02-7139-F5EB-A4B7-B342B38C3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4DD401-FD51-8995-E67F-46FCB22BF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F8C5E3-0918-4CF4-769E-6F5552BDE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3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0F8D5-8B59-F4CC-9268-2C37FA20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90970C-EC09-5244-0227-9B31B8971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DE883D-9987-C13E-B465-AE2D338B7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BA4239-E795-E8D6-0421-D8DF12637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6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C40243-787F-99AF-779A-D533EF712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27F610-9DC2-C040-625F-661823375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6F7A9-4C2A-3C5F-63E3-251006220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55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8D5CA-E0B0-E269-9F32-A0CAAA492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8E0C9-318A-9A60-553E-F204EE716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8B69BD-993C-7EAC-1E27-F2A50806C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814AC-92C9-A860-99BB-E91553B78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6230E-AF1E-0241-352E-0BD6400EF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A1109-B929-9BD3-4045-BEBF57698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009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FF347-83EA-7299-F748-09800FE34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F8AD6E-954D-7B74-1B36-B522309166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003DC-4F95-087F-6C77-7B669A5F8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902CC-021D-DC28-E281-C8F6BF1C5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22CD9-E4F7-8C56-8423-438225D89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2F1D0D-DE60-5E7C-499C-96482ACDA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83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FD4E2-BBB0-B429-24D0-DB602F200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B711A9-9FEF-FC7F-392F-71FFCEA2E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E111D-0842-8F74-E022-C6E24184C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80A77-C2E2-A5E9-BCBF-DDBD2EC3D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38738-E567-0C2F-EE77-64E3AD920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85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0D1D06-8D5D-FF03-F7C8-DEA7D815DF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761532-989E-37CE-BC09-4AB56BBA2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A076A-0A51-6D25-FF2C-443493703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E1C62-4447-8442-BF40-E1E1803CC08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97859-C4E1-BF2C-BA51-E47CBCFE4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FABF0-9246-737A-3978-23CFB52DA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41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09899B-C148-6EA7-7632-398DD6A5D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B2D84-D972-B4C5-C70B-A3BF391DF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7881C-0E85-4DB5-940D-58A32A31BA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FE1C62-4447-8442-BF40-E1E1803CC08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65C3D-5559-1C62-E559-CEEF20246E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62F50-8B9B-35F2-E791-C4BB2261B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2C2701-6322-BC40-B516-C77749C8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334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C1AD00-7E1D-B571-80BB-0BC2B4A43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299" y="1307805"/>
            <a:ext cx="3958501" cy="256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648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8D3461-C40B-FA95-7DA8-17DC92C77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388" y="951614"/>
            <a:ext cx="7432158" cy="4954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515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Horvath</dc:creator>
  <cp:lastModifiedBy>Josh Horvath</cp:lastModifiedBy>
  <cp:revision>3</cp:revision>
  <dcterms:created xsi:type="dcterms:W3CDTF">2026-06-18T01:34:44Z</dcterms:created>
  <dcterms:modified xsi:type="dcterms:W3CDTF">2026-06-18T02:03:29Z</dcterms:modified>
</cp:coreProperties>
</file>