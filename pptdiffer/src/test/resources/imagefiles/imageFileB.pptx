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58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7EAC-FD50-9BAC-299A-AB7ED9CCE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DFE33-D02E-B6D3-8948-9262A7B90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8070-8FE3-D6AB-ACD5-DED8C925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EDDB-4068-FA5D-6177-624D8F72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60A7-311D-AB83-C37F-2E6779B8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3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AF79-A86D-0C90-84D9-6394872D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D8B3-669B-4719-E599-A7C64EAB9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E6B8-FA98-50C6-1CA0-3BEB1EAD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31BC-EFA2-026E-7B51-190AC117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12AED-8519-8383-831B-5EB18276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7E4-5EBF-301D-1C6C-C5DEAF00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39D87-8A32-A638-867D-E640AC5E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6004F-6E8C-2719-2AA9-F3AA887F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5506-C551-A36B-4320-CAE78BF2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4768-C9F6-1945-EA18-A7247245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B921-32DC-99AD-7466-6D0480ED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A4C4-DF2E-BE67-0C51-C1FA7676C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03DDE-4378-0A01-CE6C-3797F1523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0C7D0-E3CE-4BEF-4B69-A135062E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CE6DF-1DFA-C5CD-A37C-7FB2B277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0848-AF95-304C-6DAA-0F8776D3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C99F-B1AD-80B6-142E-A9654AD9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D8027-3CFF-A608-0E2E-48F6C8097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7FF68-8B1E-FBFC-B078-1A53D583E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9BDC4-9508-16CE-AC6A-6135E136C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B4DF8-978F-BB57-A0AD-68C3A14E6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15E02-7139-F5EB-A4B7-B342B38C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DD401-FD51-8995-E67F-46FCB22B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8C5E3-0918-4CF4-769E-6F5552BD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F8D5-8B59-F4CC-9268-2C37FA20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0970C-EC09-5244-0227-9B31B897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E883D-9987-C13E-B465-AE2D338B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A4239-E795-E8D6-0421-D8DF1263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40243-787F-99AF-779A-D533EF71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7F610-9DC2-C040-625F-66182337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F7A9-4C2A-3C5F-63E3-25100622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5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D5CA-E0B0-E269-9F32-A0CAAA49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8E0C9-318A-9A60-553E-F204EE71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B69BD-993C-7EAC-1E27-F2A50806C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814AC-92C9-A860-99BB-E91553B7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6230E-AF1E-0241-352E-0BD6400E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A1109-B929-9BD3-4045-BEBF5769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0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F347-83EA-7299-F748-09800FE3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8AD6E-954D-7B74-1B36-B52230916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003DC-4F95-087F-6C77-7B669A5F8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902CC-021D-DC28-E281-C8F6BF1C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2CD9-E4F7-8C56-8423-438225D8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F1D0D-DE60-5E7C-499C-96482ACD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8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D4E2-BBB0-B429-24D0-DB602F20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711A9-9FEF-FC7F-392F-71FFCEA2E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111D-0842-8F74-E022-C6E24184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0A77-C2E2-A5E9-BCBF-DDBD2EC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38738-E567-0C2F-EE77-64E3AD92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8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D1D06-8D5D-FF03-F7C8-DEA7D815D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61532-989E-37CE-BC09-4AB56BBA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076A-0A51-6D25-FF2C-44349370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97859-C4E1-BF2C-BA51-E47CBCFE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ABF0-9246-737A-3978-23CFB52D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4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9899B-C148-6EA7-7632-398DD6A5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B2D84-D972-B4C5-C70B-A3BF391D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7881C-0E85-4DB5-940D-58A32A31B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E1C62-4447-8442-BF40-E1E1803CC08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5C3D-5559-1C62-E559-CEEF2024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2F50-8B9B-35F2-E791-C4BB2261B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3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D3461-C40B-FA95-7DA8-17DC92C7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88" y="951614"/>
            <a:ext cx="7432158" cy="495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Horvath</dc:creator>
  <cp:lastModifiedBy>Josh Horvath</cp:lastModifiedBy>
  <cp:revision>4</cp:revision>
  <dcterms:created xsi:type="dcterms:W3CDTF">2026-06-18T01:34:44Z</dcterms:created>
  <dcterms:modified xsi:type="dcterms:W3CDTF">2026-06-23T01:56:28Z</dcterms:modified>
</cp:coreProperties>
</file>